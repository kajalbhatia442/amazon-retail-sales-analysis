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3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CAC4-43A0-48FE-B967-849256D07BB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7021-0C7E-4E5C-9C47-71310CB3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16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CAC4-43A0-48FE-B967-849256D07BB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7021-0C7E-4E5C-9C47-71310CB3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18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CAC4-43A0-48FE-B967-849256D07BB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7021-0C7E-4E5C-9C47-71310CB3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6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CAC4-43A0-48FE-B967-849256D07BB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7021-0C7E-4E5C-9C47-71310CB3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4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CAC4-43A0-48FE-B967-849256D07BB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7021-0C7E-4E5C-9C47-71310CB3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8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CAC4-43A0-48FE-B967-849256D07BB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7021-0C7E-4E5C-9C47-71310CB3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03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CAC4-43A0-48FE-B967-849256D07BB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7021-0C7E-4E5C-9C47-71310CB3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98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CAC4-43A0-48FE-B967-849256D07BB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7021-0C7E-4E5C-9C47-71310CB3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768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CAC4-43A0-48FE-B967-849256D07BB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7021-0C7E-4E5C-9C47-71310CB3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0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CAC4-43A0-48FE-B967-849256D07BB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7021-0C7E-4E5C-9C47-71310CB3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09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CAC4-43A0-48FE-B967-849256D07BB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7021-0C7E-4E5C-9C47-71310CB3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03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3CAC4-43A0-48FE-B967-849256D07BB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67021-0C7E-4E5C-9C47-71310CB38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11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470" y="1525491"/>
            <a:ext cx="6151420" cy="3383280"/>
          </a:xfrm>
          <a:prstGeom prst="rect">
            <a:avLst/>
          </a:prstGeom>
          <a:effectLst>
            <a:reflection endPos="47000" dist="50800" dir="5400000" sy="-100000" algn="bl" rotWithShape="0"/>
            <a:softEdge rad="0"/>
          </a:effec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340888" y="3217131"/>
            <a:ext cx="12670134" cy="1718268"/>
          </a:xfrm>
        </p:spPr>
        <p:txBody>
          <a:bodyPr/>
          <a:lstStyle/>
          <a:p>
            <a:r>
              <a:rPr lang="en-US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Business Insight </a:t>
            </a:r>
            <a:endParaRPr lang="en-US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40026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927833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Sales Trend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48413" y="2253396"/>
            <a:ext cx="9062776" cy="437830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The highest revenue was generated in </a:t>
            </a:r>
            <a:r>
              <a:rPr lang="en-US" b="1" dirty="0" smtClean="0"/>
              <a:t>April,2023</a:t>
            </a:r>
            <a:r>
              <a:rPr lang="en-US" dirty="0" smtClean="0"/>
              <a:t>, showing that customer demand peaked during this period. This could be due to seasonal shopping, promotional campaigns, or festive sales.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23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782" y="1580975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Category Performance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8220" y="2713054"/>
            <a:ext cx="8521003" cy="235131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b="1" dirty="0" smtClean="0"/>
              <a:t>Electronics</a:t>
            </a:r>
            <a:r>
              <a:rPr lang="en-US" dirty="0" smtClean="0"/>
              <a:t> category contributed the highest revenue, making it the company's strongest product segment. Increasing stock availability and focusing promotional campaigns on this category can help drive additional sales.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720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411" y="1359912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Brand Performance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8220" y="2522136"/>
            <a:ext cx="8752114" cy="202976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b="1" dirty="0" smtClean="0"/>
              <a:t>Fit Life</a:t>
            </a:r>
            <a:r>
              <a:rPr lang="en-US" dirty="0" smtClean="0"/>
              <a:t> brand generated the highest revenue, indicating strong customer preference. Expanding its product range and maintaining adequate inventory could further increase sales.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0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Country Analysis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9574" y="2190540"/>
            <a:ext cx="8701872" cy="5194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highest revenue came from </a:t>
            </a:r>
            <a:r>
              <a:rPr lang="en-US" b="1" dirty="0" smtClean="0"/>
              <a:t>United State</a:t>
            </a:r>
            <a:r>
              <a:rPr lang="en-US" dirty="0" smtClean="0"/>
              <a:t>, </a:t>
            </a:r>
            <a:r>
              <a:rPr lang="en-US" dirty="0" smtClean="0"/>
              <a:t>making it the company's strongest market. Expanding marketing campaigns and ensuring product availability in this region can further increase revenue.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/>
              <a:t>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weaker regions: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Some regions contributed comparatively lower revenue. Targeted promotions and improved product availability could help increase market penetration.</a:t>
            </a:r>
          </a:p>
        </p:txBody>
      </p:sp>
    </p:spTree>
    <p:extLst>
      <p:ext uri="{BB962C8B-B14F-4D97-AF65-F5344CB8AC3E}">
        <p14:creationId xmlns:p14="http://schemas.microsoft.com/office/powerpoint/2010/main" val="313586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305" y="576141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Overall Business Summary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8412" y="2311120"/>
            <a:ext cx="9605387" cy="4019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Overall, the analysis shows that revenue is concentrated in a few high-performing categories, products, and regions. By improving inventory planning, focusing marketing efforts on high-demand products, reducing returned orders, and expanding in underperforming regions, Amazon can increase customer satisfaction and drive future revenue growth.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80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211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Business Insight </vt:lpstr>
      <vt:lpstr>Sales Trend </vt:lpstr>
      <vt:lpstr>Category Performance</vt:lpstr>
      <vt:lpstr>Brand Performance</vt:lpstr>
      <vt:lpstr>Country Analysis</vt:lpstr>
      <vt:lpstr>Overall Business 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</dc:title>
  <dc:creator>Microsoft account</dc:creator>
  <cp:lastModifiedBy>Microsoft account</cp:lastModifiedBy>
  <cp:revision>8</cp:revision>
  <dcterms:created xsi:type="dcterms:W3CDTF">2026-07-07T10:59:22Z</dcterms:created>
  <dcterms:modified xsi:type="dcterms:W3CDTF">2026-07-07T17:38:08Z</dcterms:modified>
</cp:coreProperties>
</file>